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78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氣味敘事與品牌故事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HANA 嗅覺微課 · Day 010</a:t>
            </a:r>
          </a:p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用一個概念，重新閱讀氣味。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96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LAYERING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故事先於形式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先寫清楚品牌要表達的價值，再找適合的感官線索。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3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14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FOREGROUND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避免空泛形容詞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與其說「奢華」，不如描述想呈現的場合與感受。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一致性很重要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色彩、文字、空間和氣味不必相同，但應有共同方向。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50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尊重受眾差異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品牌故事應留下理解空間，而非要求所有人有相同聯想。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2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68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今天的觀察練習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寫下一個品牌關鍵字，再用場所與材質各補充一個聯想。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