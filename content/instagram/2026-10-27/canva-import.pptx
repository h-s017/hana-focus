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78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氣味設計為何需要節奏？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HANA 嗅覺微課 · Day 009</a:t>
            </a:r>
          </a:p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用一個概念，重新閱讀氣味。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3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4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96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LAYERING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感受會隨時間改變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從進入空間到離開，注意力與感知都可能發生變化。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3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14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FOREGROUND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節奏不只是快慢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重複、停頓與對比都能影響作品的敘事方式。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4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32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不要安排過度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不是每個瞬間都需要新的刺激或強烈變化。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3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50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用時間軸檢查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分辨開場、發展和結尾各自要留下什麼印象。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32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4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68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EXERCISE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今天的觀察練習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用三句話描述一段一分鐘的氣味展演：開始、轉折、結尾。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